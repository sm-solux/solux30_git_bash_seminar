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6DD0F-0AE2-A476-585C-637D9DE0C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5568FA-D911-634B-34A1-4111ABCF0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864952-4E00-CBE3-DBDA-A86BC29C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1040-B4C8-4226-A91A-226D5820EEFA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A48C0D-C778-B806-5219-01CC360DE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FDE9DE-E5AB-AEEF-D6A9-48AFC80A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9953C-693A-4C92-9B24-2B902626DB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40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CF764-16D6-5550-C23F-E12A82B3A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A567BD-744D-171F-D583-37682FFCC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2723C5-AED2-5D36-9A05-1D3E8946B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1040-B4C8-4226-A91A-226D5820EEFA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60153D-00AD-580F-D18F-C94393EA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A2894F-D8B7-0F9B-482B-715FFB66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9953C-693A-4C92-9B24-2B902626DB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62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EEE92-6DBD-B0EC-A612-4FF491FE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19B4BA-9BB2-5F5F-D008-ADE8159B1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1BC357-8136-8EDD-1B47-02E5C5AF5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1040-B4C8-4226-A91A-226D5820EEFA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CDA1F-5F5C-9A05-3BDD-E28C2912A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3544C2-E533-41BB-4EF9-1EBEC9A5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9953C-693A-4C92-9B24-2B902626DB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582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B3EBF-618E-2B0A-E469-6669B4FB3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E9373-3B54-B2AE-544E-CF59C6950D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97F503-D672-4D81-4F62-67C644943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D566DF-4795-0DCB-0254-188A4004D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1040-B4C8-4226-A91A-226D5820EEFA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FDA6B1-8718-C55A-DEE5-8226B8462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A76DA6-CEA4-3C5B-1430-AA5851D9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9953C-693A-4C92-9B24-2B902626DB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90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E010A-E402-C923-1147-55EC3811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183D80-7475-DE95-0069-3380DC806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23C612-A0E9-37CB-A8CB-ED59BA759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E0779EC-5607-C250-6BC0-2AD3CF355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16FA6B-0BBB-0CDA-38A9-6BBE96145B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6D7576-473E-D634-6FEC-5E4D434A2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1040-B4C8-4226-A91A-226D5820EEFA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9C7837-C8DE-66AD-6E1C-4AD06BBF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A9F848-8578-5354-387F-F51F8457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9953C-693A-4C92-9B24-2B902626DB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208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8AEF7-D767-C4E1-4D9E-C081C8AA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58AD9F-E0EE-0880-5295-5F3C66285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1040-B4C8-4226-A91A-226D5820EEFA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3D6C5D-DA15-B9A6-D36D-B8FC6DB8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994559-C238-2014-919B-1B04AAA4A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9953C-693A-4C92-9B24-2B902626DB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658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A2CA0A-3721-FF2B-72F3-14F3151B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1040-B4C8-4226-A91A-226D5820EEFA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5E53B3-E1CF-7AFD-92AB-DB58920BC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A54A5A-1E24-FA82-0706-87136EC9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9953C-693A-4C92-9B24-2B902626DB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668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AB753-224D-0A8E-7758-EBE1161D1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61355C-2F90-7111-CD06-4EC00D7B9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9C5EEB-EAF8-F451-E000-AC6BD70A8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00F305-28F6-1832-1DB2-28FDD5BF9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1040-B4C8-4226-A91A-226D5820EEFA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485726-8CEE-102F-0D5C-396E02F82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0F6960-D6A6-5244-BAFB-5B594651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9953C-693A-4C92-9B24-2B902626DB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303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A45D2-1C6D-3670-8248-3EC2EA5B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74E95D-598D-7BC4-33A0-B9871E517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EFA2CD-0465-F0AB-C646-E35A477DC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3675F8-F27D-8272-F637-ED720DA31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1040-B4C8-4226-A91A-226D5820EEFA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0B6B26-5DEF-F492-53CE-0CCEB72E4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00F08-32E4-03A0-D563-90A65EC0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9953C-693A-4C92-9B24-2B902626DB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18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44CE0-364C-859B-AF2B-7E7565AE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5965C4-EDDD-3C7B-E0BC-CA88A86A5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C95C16-E9D7-49C7-00F8-8659C0AD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1040-B4C8-4226-A91A-226D5820EEFA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9281D-E264-0121-5F1D-1E5D0A109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C853C1-E5D6-6862-34A7-B6AA0D0A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9953C-693A-4C92-9B24-2B902626DB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984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D60D07-2951-E410-23E2-12871D17CA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8803D8-D4B8-A6E7-E9DB-E3B601056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F29F90-B3CD-4FAC-40EA-62C27168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1040-B4C8-4226-A91A-226D5820EEFA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254678-61B1-23B4-A52E-3EB4EC600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67C0F2-0751-8F6F-7168-C6A9A04C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9953C-693A-4C92-9B24-2B902626DB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82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8D55D8-69EC-AA48-0E3D-54A63400B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4CB4EE-B136-4D57-7574-766C4F97E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2D3E0D-F8FB-1288-2908-7492AA042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F1040-B4C8-4226-A91A-226D5820EEFA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A0E1C7-3296-1FE3-A22F-4B1A65DA0D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FE658A-1548-0A91-9CA1-2B3C70F36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9953C-693A-4C92-9B24-2B902626DB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78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배경 이미지 - Freepik에서 무료 다운로드">
            <a:extLst>
              <a:ext uri="{FF2B5EF4-FFF2-40B4-BE49-F238E27FC236}">
                <a16:creationId xmlns:a16="http://schemas.microsoft.com/office/drawing/2014/main" id="{9236E28B-171B-EF10-E01A-188F5D58B0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68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2C3183-EAB5-2722-90E5-DC352B9413DE}"/>
              </a:ext>
            </a:extLst>
          </p:cNvPr>
          <p:cNvSpPr txBox="1"/>
          <p:nvPr/>
        </p:nvSpPr>
        <p:spPr>
          <a:xfrm>
            <a:off x="741947" y="1413063"/>
            <a:ext cx="1070810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!SOLUX - 깃 기초 세미나 완료!</a:t>
            </a:r>
          </a:p>
          <a:p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깃 명령어 중 기억에 남는 것 두개를 적어주세요.</a:t>
            </a:r>
          </a:p>
          <a:p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1. </a:t>
            </a:r>
          </a:p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2. </a:t>
            </a:r>
          </a:p>
          <a:p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학부 / 학번 / 이름</a:t>
            </a:r>
          </a:p>
        </p:txBody>
      </p:sp>
    </p:spTree>
    <p:extLst>
      <p:ext uri="{BB962C8B-B14F-4D97-AF65-F5344CB8AC3E}">
        <p14:creationId xmlns:p14="http://schemas.microsoft.com/office/powerpoint/2010/main" val="509406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</Words>
  <Application>Microsoft Office PowerPoint</Application>
  <PresentationFormat>와이드스크린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Noto Sans KR Black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SEHEE KIM</dc:creator>
  <cp:lastModifiedBy>SEHEE KIM</cp:lastModifiedBy>
  <cp:revision>1</cp:revision>
  <dcterms:created xsi:type="dcterms:W3CDTF">2025-09-27T14:23:10Z</dcterms:created>
  <dcterms:modified xsi:type="dcterms:W3CDTF">2025-09-27T14:25:56Z</dcterms:modified>
</cp:coreProperties>
</file>